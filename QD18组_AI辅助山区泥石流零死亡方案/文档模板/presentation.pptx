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AI辅助山区泥石流“零死亡”综合方案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200" b="0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AHP易发性评估 | AES数据加密 | 分级预警 | 智能转移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0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课程实践 | 第18组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项目：AI辅助山区泥石流零死亡方案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项目：AI辅助山区泥石流零死亡方案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汇报时间：2026年6月23日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2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137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2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灾害现状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泥石流：山区最具破坏力的地质灾害</a:t>
            </a:r>
            <a:br/>
            <a:r>
              <a:t>年经济损失超100亿元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4747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0" y="1188720"/>
            <a:ext cx="3474720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2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技术机遇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1031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+ 物联网 + 大数据赋能防灾减灾</a:t>
            </a:r>
            <a:br/>
            <a:r>
              <a:t>实时监测与智能预警成为可能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188720"/>
            <a:ext cx="34747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188720"/>
            <a:ext cx="3474720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项目目标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构建“监测-预警-转移-救援”全链条AI防控体系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2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数据来源与安全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0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GeoTIFF空间数据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12类因子</a:t>
            </a:r>
            <a:br/>
            <a:r>
              <a:t>DEM/坡度/岩性/植被等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47472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0" y="1188720"/>
            <a:ext cx="3474720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0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PostGIS数据库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1031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7类数据</a:t>
            </a:r>
            <a:br/>
            <a:r>
              <a:t>降雨/人口/避难所/隐患点等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188720"/>
            <a:ext cx="347472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188720"/>
            <a:ext cx="3474720" cy="137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0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数据加密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AES-256加密存储</a:t>
            </a:r>
            <a:br/>
            <a:r>
              <a:t>运行时内存解密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109728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0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数据预处理流程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GeoTIFF：空间裁剪 + 重采样(30m→444m) + 尺寸统一(174×424=73,776像元)</a:t>
            </a:r>
            <a:br/>
            <a:r>
              <a:t>数据库：PostGIS空间查询 + JSON导出 + AES-256加密存储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2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技术路线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1005840"/>
            <a:ext cx="3566160" cy="5303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0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核心算法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828800"/>
            <a:ext cx="9144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AHP评估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10因子判断矩阵</a:t>
            </a:r>
            <a:br/>
            <a:r>
              <a:t>加权叠加→易发性指数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880360"/>
            <a:ext cx="9144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92607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分级预警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246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GB/T 28592-2012</a:t>
            </a:r>
            <a:br/>
            <a:r>
              <a:t>1h或24h任一达标触发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931920"/>
            <a:ext cx="91440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9776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转移规划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代价距离Dijkstra</a:t>
            </a:r>
            <a:br/>
            <a:r>
              <a:t>最优转移路径搜索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983479"/>
            <a:ext cx="91440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502919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数据安全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AES-256-CBC加密</a:t>
            </a:r>
            <a:br/>
            <a:r>
              <a:t>SHA-256密钥内存解密</a:t>
            </a:r>
          </a:p>
        </p:txBody>
      </p:sp>
      <p:pic>
        <p:nvPicPr>
          <p:cNvPr id="18" name="图片 17" descr="技术路线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" y="1312545"/>
            <a:ext cx="7658735" cy="4577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2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泥石流易发性评估（AHP）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0292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坡度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078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0.25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097280"/>
            <a:ext cx="1828800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50292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819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岩性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581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0.15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600200"/>
            <a:ext cx="1097280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50292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848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土壤湿度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0.12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103120"/>
            <a:ext cx="877824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514600"/>
            <a:ext cx="50292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877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高程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0.10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2606040"/>
            <a:ext cx="731520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017520"/>
            <a:ext cx="50292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90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土地利用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0.10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108960"/>
            <a:ext cx="731520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520440"/>
            <a:ext cx="50292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935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植被指数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5935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0.10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3611880"/>
            <a:ext cx="731520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4023360"/>
            <a:ext cx="50292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0965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土壤含沙量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0.08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4114800"/>
            <a:ext cx="585216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4526280"/>
            <a:ext cx="50292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5994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地形起伏度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599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0.05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4617720"/>
            <a:ext cx="365760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7200" y="5029200"/>
            <a:ext cx="50292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1023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有机碳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5102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0.03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5120640"/>
            <a:ext cx="219456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" y="5532120"/>
            <a:ext cx="50292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6052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pH值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5605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0.02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5623560"/>
            <a:ext cx="146304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ig1_risk_assessm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914400"/>
            <a:ext cx="5943600" cy="2743200"/>
          </a:xfrm>
          <a:prstGeom prst="rect">
            <a:avLst/>
          </a:prstGeom>
        </p:spPr>
      </p:pic>
      <p:pic>
        <p:nvPicPr>
          <p:cNvPr id="44" name="Picture 43" descr="fig2_factor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840480"/>
            <a:ext cx="5943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2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降雨监测体系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站点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30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41个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4747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降雨记录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30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15万+条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188720"/>
            <a:ext cx="34747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9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最大1h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1828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30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89.1mm/h</a:t>
            </a:r>
          </a:p>
        </p:txBody>
      </p:sp>
      <p:pic>
        <p:nvPicPr>
          <p:cNvPr id="12" name="Picture 11" descr="fig3_monitoring_stat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0"/>
            <a:ext cx="5943600" cy="3383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数据来源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数据库：xian_new.xian_meteorology</a:t>
            </a:r>
            <a:br/>
            <a:r>
              <a:t>站点：41个区域气象站</a:t>
            </a:r>
            <a:br/>
            <a:r>
              <a:t>时间：2025年7月~9月</a:t>
            </a:r>
            <a:br/>
            <a:r>
              <a:t>峰值：蓝田焦岱镇 89.1mm/h</a:t>
            </a:r>
            <a:br/>
            <a:r>
              <a:t>数据已AES-256加密存储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2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分级预警系统（GB/T 28592-2012 / QX/T 487-2019）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65176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651760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0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蓝色IV级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1h≥15mm 或 24h≥50mm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加强监测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188720"/>
            <a:ext cx="265176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651760" cy="1371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63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0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黄色III级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1h≥30mm 或 24h≥100mm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准备转移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88720"/>
            <a:ext cx="265176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2651760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63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0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橙色II级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1h≥50mm 或 24h≥150mm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紧急转移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188720"/>
            <a:ext cx="265176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188720"/>
            <a:ext cx="2651760" cy="137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463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0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红色I级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1h≥70mm 或 24h≥200mm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0">
                <a:solidFill>
                  <a:srgbClr val="95A5A6"/>
                </a:solidFill>
                <a:latin typeface="微软雅黑" panose="020B0503020204020204" charset="-122"/>
              </a:defRPr>
            </a:pPr>
            <a:r>
              <a:t>全面撤离</a:t>
            </a:r>
          </a:p>
        </p:txBody>
      </p:sp>
      <p:pic>
        <p:nvPicPr>
          <p:cNvPr id="23" name="Picture 22" descr="fig4_warning_simu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0"/>
            <a:ext cx="10972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2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群众转移路线规划</a:t>
            </a:r>
          </a:p>
        </p:txBody>
      </p:sp>
      <p:pic>
        <p:nvPicPr>
          <p:cNvPr id="3" name="Picture 2" descr="fig5_evacuation_rout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4008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转移策略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2011680"/>
            <a:ext cx="4572000" cy="731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聚落识别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387个高风险区聚落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834640"/>
            <a:ext cx="4572000" cy="731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避险点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641个避难场所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657600"/>
            <a:ext cx="4572000" cy="731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794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路径算法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794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代价距离Dijkstra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480560"/>
            <a:ext cx="4572000" cy="731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617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速度估算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617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步行80m/min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5303520"/>
            <a:ext cx="4572000" cy="914400"/>
          </a:xfrm>
          <a:prstGeom prst="round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54406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预警推送：短信+APP+广播+敲锣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2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救援调度与数据安全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救援力量：545人/批次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50292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9144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专业救援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2×50人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39"/>
            <a:ext cx="50292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39"/>
            <a:ext cx="9144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消防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3×30人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50292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9144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武警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2×100人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599"/>
            <a:ext cx="50292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57599"/>
            <a:ext cx="9144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医疗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4×20人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97679"/>
            <a:ext cx="50292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97679"/>
            <a:ext cx="91440" cy="5486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891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志愿者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3891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5×15人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数据安全：AES-256加密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1737360"/>
            <a:ext cx="54864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1737360"/>
            <a:ext cx="9144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加密范围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7类敏感数据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2377439"/>
            <a:ext cx="54864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2377439"/>
            <a:ext cx="9144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4688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密钥派生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468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SHA-256哈希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3017520"/>
            <a:ext cx="54864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3017520"/>
            <a:ext cx="9144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存储格式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IV+密文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3657599"/>
            <a:ext cx="548640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0" y="3657599"/>
            <a:ext cx="9144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解密策略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内存解密，不落盘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2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结果展示</a:t>
            </a:r>
          </a:p>
        </p:txBody>
      </p:sp>
      <p:pic>
        <p:nvPicPr>
          <p:cNvPr id="3" name="Picture 2" descr="fig6_dem_risk_overla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4864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2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关键指标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502920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2011680"/>
            <a:ext cx="13716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研究区域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8,500km² 秦岭山区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43200"/>
            <a:ext cx="502920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743200"/>
            <a:ext cx="13716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总人口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1,212万人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474720"/>
            <a:ext cx="502920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474720"/>
            <a:ext cx="13716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避难场所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641个，容纳675万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206240"/>
            <a:ext cx="502920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13716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高风险聚落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387个已识别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937760"/>
            <a:ext cx="502920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937760"/>
            <a:ext cx="13716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监测站点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1,121个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669280"/>
            <a:ext cx="502920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5669280"/>
            <a:ext cx="13716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5760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疏散计划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20条代表性路线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2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0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项目成果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完成泥石流易发性评估+监测+预警+转移+救援全链条方案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3716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0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技术创新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AHP多因子评估 + AES加密 + 国标四级预警 + 代价距离路径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13716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0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数据安全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7类敏感数据AES加密，内存解密不落盘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59"/>
            <a:ext cx="109728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480559"/>
            <a:ext cx="13716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2627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0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应用价值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5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预警响应从2~3h缩短至15min，减少损失30%+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28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谢谢！欢迎提问交流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1283</Words>
  <Application>WPS 演示</Application>
  <PresentationFormat>On-screen Show (4:3)</PresentationFormat>
  <Paragraphs>262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念</cp:lastModifiedBy>
  <cp:revision>2</cp:revision>
  <dcterms:created xsi:type="dcterms:W3CDTF">2013-01-27T09:14:00Z</dcterms:created>
  <dcterms:modified xsi:type="dcterms:W3CDTF">2026-06-23T01:10:59Z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9D5B970B60854C23BC128772C8D2FF67_12</vt:lpwstr>
  </property>
</Properties>
</file>